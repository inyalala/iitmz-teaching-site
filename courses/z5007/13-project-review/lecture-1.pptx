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Course Review: Data Structures and Algorithms, Tied Together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15, Course Review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course’s arc, in one picture</a:t>
            </a:r>
          </a:p>
        </p:txBody>
      </p:sp>
      <p:pic>
        <p:nvPicPr>
          <p:cNvPr descr="figures/course-arc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01800"/>
            <a:ext cx="8229600" cy="237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1: Data structures, building on each other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2: Algorithmic techniques, contrasted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3: Graphs and the capstone algorithms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Recurring theme 1: measure, don’t assume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Recurring theme 2: trade-offs, not universally “best” answers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Choosing the right tool: a worked walkthrough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walkthrough: “spell-checker suggestions”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rubric, at a glance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project pitfalls, from past cohorts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 format and structure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Sample exam-style question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Sample question — answer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presentation expectations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note on partial credit and reasoning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 preparation guidance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note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Review: Data Structures and Algorithms, Tied Together</dc:title>
  <dc:creator>Dr. Innocent Nyalala</dc:creator>
  <cp:keywords/>
  <dcterms:created xsi:type="dcterms:W3CDTF">2026-08-04T15:43:23Z</dcterms:created>
  <dcterms:modified xsi:type="dcterms:W3CDTF">2026-08-04T15:43:23Z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15, Course Review</vt:lpwstr>
  </property>
  <property fmtid="{D5CDD505-2E9C-101B-9397-08002B2CF9AE}" pid="10" name="toc-title">
    <vt:lpwstr>Table of contents</vt:lpwstr>
  </property>
</Properties>
</file>