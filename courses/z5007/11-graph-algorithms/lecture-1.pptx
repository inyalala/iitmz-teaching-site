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Dijkstra’s Algorithm: Shortest Paths, Fully Proven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Weeks 12-13,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postal-delivery-route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Dijkstra’s algorithm, in full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heapq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dijkstra(graph, start, n):</a:t>
            </a:r>
            <a:br/>
            <a:r>
              <a:rPr>
                <a:latin typeface="Courier"/>
              </a:rPr>
              <a:t>    dist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{start: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    prev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{start: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    visited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  pq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start)]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Week 8's priority queue, via heapq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pq:</a:t>
            </a:r>
            <a:br/>
            <a:r>
              <a:rPr>
                <a:latin typeface="Courier"/>
              </a:rPr>
              <a:t>        d,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heapq.heappop(pq)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br/>
            <a:r>
              <a:rPr>
                <a:latin typeface="Courier"/>
              </a:rPr>
              <a:t>        visited.add(node)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graph.adj[node]: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neighbor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br/>
            <a:r>
              <a:rPr>
                <a:latin typeface="Courier"/>
              </a:rPr>
              <a:t>            new_dist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weight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new_dist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dist.get(neighbor,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'inf'</a:t>
            </a:r>
            <a:r>
              <a:rPr>
                <a:latin typeface="Courier"/>
              </a:rPr>
              <a:t>)):</a:t>
            </a:r>
            <a:br/>
            <a:r>
              <a:rPr>
                <a:latin typeface="Courier"/>
              </a:rPr>
              <a:t>                dist[neighbor]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new_dist</a:t>
            </a:r>
            <a:br/>
            <a:r>
              <a:rPr>
                <a:latin typeface="Courier"/>
              </a:rPr>
              <a:t>                prev[neighbor]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</a:t>
            </a:r>
            <a:br/>
            <a:r>
              <a:rPr>
                <a:latin typeface="Courier"/>
              </a:rPr>
              <a:t>                heapq.heappush(pq, (new_dist, neighbor))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dist, prev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Dijkstra’s completely on Week 11’s counterexample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Graph: edge(0,1,10), edge(0,2,1), edge(2,1,1)   -- Week 11 Lecture 4's exact example
dist={0:0}, pq=[(0,0)]
Pop (0,0). visited={0}. Neighbors: 1 (d=10, better than inf → dist[1]=10, push (10,1)); 2 (d=1 → dist[2]=1, push (1,2))
Pop (1,2). visited={0,2}. Neighbor 1: d=1+1=2, BETTER than current dist[1]=10 → dist[1]=2, prev[1]=2, push (2,1)
Pop (2,1). visited={0,2,1}. No unvisited neighbors.
Pop (10,1). node 1 ALREADY visited → skip (stale queue entry)
Final: dist={0:0, 1:2, 2:1}. prev={0:None, 1:2, 2:0}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Reconstructing the actual path, not just its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reconstruct_path(prev, target):</a:t>
            </a:r>
            <a:br/>
            <a:r>
              <a:rPr>
                <a:latin typeface="Courier"/>
              </a:rPr>
              <a:t>    path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target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path.append(node)</a:t>
            </a:r>
            <a:br/>
            <a:r>
              <a:rPr>
                <a:latin typeface="Courier"/>
              </a:rPr>
              <a:t>       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prev[node]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path[::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path_to_1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reconstruct_path(prev,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(path_to_1)   </a:t>
            </a:r>
            <a:r>
              <a:rPr i="1">
                <a:solidFill>
                  <a:srgbClr val="60A0B0"/>
                </a:solidFill>
                <a:latin typeface="Courier"/>
              </a:rPr>
              <a:t># [0, 2, 1] — the genuine shortest path, not the direct edge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a slightly larger example,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Graph: edge(0,1,4), edge(0,2,1), edge(2,1,2), edge(1,3,1), edge(2,3,5)
dist={0:0}, pq=[(0,0)]
Pop(0,0). visited={0}. push (4,1) dist[1]=4; push (1,2) dist[2]=1
Pop(1,2). visited={0,2}. neighbor1: 1+2=3 &lt; 4 → dist[1]=3, prev[1]=2, push(3,1)
          neighbor3: 1+5=6 → dist[3]=6, prev[3]=2, push(6,3)
Pop(3,1). visited={0,2,1}. neighbor3: 3+1=4 &lt; 6 → dist[3]=4, prev[3]=1, push(4,3)
Pop(4,1). node1 already visited → skip (stale)
Pop(4,3). visited={0,2,1,3}. no unvisited neighbors
Pop(6,3). node3 already visited → skip (stale)
Final: dist={0:0,1:3,2:1,3:4}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Dijkstra’s expanding frontier</a:t>
            </a:r>
          </a:p>
        </p:txBody>
      </p:sp>
      <p:pic>
        <p:nvPicPr>
          <p:cNvPr descr="figures/dijkstra-frontier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correctness proof: why greedy finalization works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analysis, and why priority queue choice matters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Dijkstra’s as a greedy algorithm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Dijkstra’s algorithm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Single-source vs. all-pairs: a distinction worth naming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note on ties: multiple shortest paths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will this node’s distance ever change?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connection to Week 10’s minimum spanning tree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Verifying the correctness proof against the specific counterexample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Algorithm: Shortest Paths, Fully Proven</dc:title>
  <dc:creator>Dr. Innocent Nyalala</dc:creator>
  <cp:keywords/>
  <dcterms:created xsi:type="dcterms:W3CDTF">2026-08-04T15:10:04Z</dcterms:created>
  <dcterms:modified xsi:type="dcterms:W3CDTF">2026-08-04T15:10:04Z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Weeks 12-13, Lecture 1</vt:lpwstr>
  </property>
  <property fmtid="{D5CDD505-2E9C-101B-9397-08002B2CF9AE}" pid="10" name="toc-title">
    <vt:lpwstr>Table of contents</vt:lpwstr>
  </property>
</Properties>
</file>