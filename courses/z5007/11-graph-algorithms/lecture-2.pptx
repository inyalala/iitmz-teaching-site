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A* Search: Dijkstra’s, Guided by a Heuristic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Weeks 12-13, Lecture 2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as-the-crow-flies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Heuristics and admissibility, defined precisely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A*, as a small modification of Dijkstra’s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heapq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a_star(graph, start, goal, h):</a:t>
            </a:r>
            <a:br/>
            <a:r>
              <a:rPr>
                <a:latin typeface="Courier"/>
              </a:rPr>
              <a:t>    dist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{start: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}</a:t>
            </a:r>
            <a:br/>
            <a:r>
              <a:rPr>
                <a:latin typeface="Courier"/>
              </a:rPr>
              <a:t>    prev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{start: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}</a:t>
            </a:r>
            <a:br/>
            <a:r>
              <a:rPr>
                <a:latin typeface="Courier"/>
              </a:rPr>
              <a:t>    visited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set</a:t>
            </a:r>
            <a:r>
              <a:rPr>
                <a:latin typeface="Courier"/>
              </a:rPr>
              <a:t>()</a:t>
            </a:r>
            <a:br/>
            <a:r>
              <a:rPr>
                <a:latin typeface="Courier"/>
              </a:rPr>
              <a:t>    pq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[(h(start), start)]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priority is h(start), NOT 0 — the only real change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pq:</a:t>
            </a:r>
            <a:br/>
            <a:r>
              <a:rPr>
                <a:latin typeface="Courier"/>
              </a:rPr>
              <a:t>        _, node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heapq.heappop(pq)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node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goal: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break</a:t>
            </a:r>
            <a:r>
              <a:rPr>
                <a:latin typeface="Courier"/>
              </a:rPr>
              <a:t>         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can stop EARLY once the goal is popped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node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visited: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continue</a:t>
            </a:r>
            <a:br/>
            <a:r>
              <a:rPr>
                <a:latin typeface="Courier"/>
              </a:rPr>
              <a:t>        visited.add(node)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neighbor, weight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graph.adj[node]: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neighbor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visited:</a:t>
            </a:r>
            <a:br/>
            <a:r>
              <a:rPr>
                <a:latin typeface="Courier"/>
              </a:rPr>
              <a:t>                </a:t>
            </a:r>
            <a:r>
              <a:rPr b="1">
                <a:solidFill>
                  <a:srgbClr val="007020"/>
                </a:solidFill>
                <a:latin typeface="Courier"/>
              </a:rPr>
              <a:t>continue</a:t>
            </a:r>
            <a:br/>
            <a:r>
              <a:rPr>
                <a:latin typeface="Courier"/>
              </a:rPr>
              <a:t>            new_dist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dist[node]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weight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new_dist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dist.get(neighbor, </a:t>
            </a:r>
            <a:r>
              <a:rPr>
                <a:solidFill>
                  <a:srgbClr val="008000"/>
                </a:solidFill>
                <a:latin typeface="Courier"/>
              </a:rPr>
              <a:t>float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'inf'</a:t>
            </a:r>
            <a:r>
              <a:rPr>
                <a:latin typeface="Courier"/>
              </a:rPr>
              <a:t>)):</a:t>
            </a:r>
            <a:br/>
            <a:r>
              <a:rPr>
                <a:latin typeface="Courier"/>
              </a:rPr>
              <a:t>                dist[neighbor]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new_dist</a:t>
            </a:r>
            <a:br/>
            <a:r>
              <a:rPr>
                <a:latin typeface="Courier"/>
              </a:rPr>
              <a:t>                prev[neighbor]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node</a:t>
            </a:r>
            <a:br/>
            <a:r>
              <a:rPr>
                <a:latin typeface="Courier"/>
              </a:rPr>
              <a:t>                priority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new_dist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h(neighbor)     </a:t>
            </a:r>
            <a:r>
              <a:rPr i="1">
                <a:solidFill>
                  <a:srgbClr val="60A0B0"/>
                </a:solidFill>
                <a:latin typeface="Courier"/>
              </a:rPr>
              <a:t># actual distance so far PLUS estimated remaining</a:t>
            </a:r>
            <a:br/>
            <a:r>
              <a:rPr>
                <a:latin typeface="Courier"/>
              </a:rPr>
              <a:t>                heapq.heappush(pq, (priority, neighbor))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dist, prev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A* completely on a small grid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Grid (4x1 row), start=(0,0), goal=(3,0). Moving right costs 1 per step.
h(node) = straight-line distance to goal = |3 - node.x|  (admissible: exact, in this simple case)
pq=[(h((0,0))=3, (0,0))]
Pop (3,(0,0)). dist[(0,0)]=0. Neighbor (1,0): dist=1, priority=1+h((1,0))=1+2=3 → push (3,(1,0))
Pop (3,(1,0)). dist[(1,0)]=1. Neighbor (2,0): dist=2, priority=2+h((2,0))=2+1=3 → push (3,(2,0))
Pop (3,(2,0)). dist[(2,0)]=2. Neighbor (3,0)=goal: dist=3, priority=3+0=3 → push (3,(3,0))
Pop (3,(3,0)). node == goal → STOP immediately
Nodes explored: 4 (all of them, since this grid has no branching)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A* on a branching grid, comparing against Dijkstra’s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Grid with a detour: start=(0,0), goal=(2,0). Direct path (0,0)-&gt;(1,0)-&gt;(2,0), cost 1 each = 2 total.
Also a long detour: (0,0)-&gt;(0,1)-&gt;(1,1)-&gt;(2,1)-&gt;(2,0), cost 1 each = 4 total.
Dijkstra's (h=0 always): explores ALL reachable nodes roughly equally, since no direction is preferred
  → explores both the direct path AND a good portion of the detour before finalizing (2,0)
A* (h = straight-line distance to (2,0)):
  (1,0) has h=1 (close to goal); (0,1) has h=2.24 (further from goal, in Euclidean terms)
  → A* consistently prioritizes (1,0)-direction nodes, exploring FEWER detour nodes before reaching goal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A*’s narrower search versus Dijkstra’s wider one</a:t>
            </a:r>
          </a:p>
        </p:txBody>
      </p:sp>
      <p:pic>
        <p:nvPicPr>
          <p:cNvPr descr="figures/astar-vs-dijkstra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58900"/>
            <a:ext cx="8229600" cy="3060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Verifying the branching-grid claim with real measurement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A 3x3 grid with a wall at (1,1) forcing a detour, start=(0,0), goal=(2,0)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Dijkstra's (h=0 everywhere) vs A* (Manhattan distance heuristic)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Instrumented node-exploration counts, measured by running the code:</a:t>
            </a:r>
            <a:br/>
            <a:r>
              <a:rPr>
                <a:latin typeface="Courier"/>
              </a:rPr>
              <a:t>dijkstra_nodes_explored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both report the correct distance, 2</a:t>
            </a:r>
            <a:br/>
            <a:r>
              <a:rPr>
                <a:latin typeface="Courier"/>
              </a:rPr>
              <a:t>a_star_nodes_explored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      </a:t>
            </a:r>
            <a:r>
              <a:rPr i="1">
                <a:solidFill>
                  <a:srgbClr val="60A0B0"/>
                </a:solidFill>
                <a:latin typeface="Courier"/>
              </a:rPr>
              <a:t># A* explores fewer nodes to reach the identical answer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admissibility is required: a concrete counterexample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h_bad(node) = 100 (a constant, wildly overestimating for nearby nodes)
With h_bad: nodes near the goal get priority = dist + 100, nodes far away also get roughly dist + 100
  -&gt; the heuristic no longer meaningfully distinguishes "closer to goal" from "further" AT ALL near the goal
  -&gt; worse: if h OVERESTIMATES for the node on the true shortest path, A* may finalize
     a WORSE node first, believing (incorrectly) it is closer to optimal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Cost: same worst case, often dramatically faster in practice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common admissible heuristics for grids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Real-world use of A*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second admissibility check, this time correct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Second check — answer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is this heuristic admissible?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closing connection to Week 9’s five-step method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A* Search: Dijkstra’s, Guided by a Heuristic</dc:title>
  <dc:creator>Dr. Innocent Nyalala</dc:creator>
  <cp:keywords/>
  <dcterms:created xsi:type="dcterms:W3CDTF">2026-08-04T15:10:44Z</dcterms:created>
  <dcterms:modified xsi:type="dcterms:W3CDTF">2026-08-04T15:10:44Z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Weeks 12-13, Lecture 2</vt:lpwstr>
  </property>
  <property fmtid="{D5CDD505-2E9C-101B-9397-08002B2CF9AE}" pid="10" name="toc-title">
    <vt:lpwstr>Table of contents</vt:lpwstr>
  </property>
</Properties>
</file>