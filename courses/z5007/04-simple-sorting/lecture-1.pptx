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Bubble Sort and Selection Sort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5,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card-sorting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Bubble sort,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bubble_sort(arr):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swapped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i):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arr[j]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arr[j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        arr[j], arr[j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arr[j]</a:t>
            </a:r>
            <a:br/>
            <a:r>
              <a:rPr>
                <a:latin typeface="Courier"/>
              </a:rPr>
              <a:t>                swapped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swapped: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already sorted — stop early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bubble sort completely on </a:t>
            </a:r>
            <a:r>
              <a:rPr>
                <a:latin typeface="Courier"/>
              </a:rPr>
              <a:t>[5, 2, 4, 1, 3]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Pass 1: 5,2→swap  2,5,4,1,3 | 5,4→swap  2,4,5,1,3 | 5,1→swap  2,4,1,5,3 | 5,3→swap  2,4,1,3,5
Pass 2: 2,4 ok | 4,1→swap  2,1,4,3,5 | 4,3→swap  2,1,3,4,5 | (4,5 not checked, already placed)
Pass 3: 2,1→swap  1,2,3,4,5 | 2,3 ok | (rest already placed)
Pass 4: 1,2 ok | no swaps at all → swapped=False → STOP EARLY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Selection sort,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selection_sort(arr):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min_idx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arr[j]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arr[min_idx]:</a:t>
            </a:r>
            <a:br/>
            <a:r>
              <a:rPr>
                <a:latin typeface="Courier"/>
              </a:rPr>
              <a:t>                min_idx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</a:t>
            </a:r>
            <a:br/>
            <a:r>
              <a:rPr>
                <a:latin typeface="Courier"/>
              </a:rPr>
              <a:t>        arr[i], arr[min_idx]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arr[min_idx], arr[i]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selection sort completely on </a:t>
            </a:r>
            <a:r>
              <a:rPr>
                <a:latin typeface="Courier"/>
              </a:rPr>
              <a:t>[5, 2, 4, 1, 3]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i=0: scan [5,2,4,1,3], min is 1 at index 3 → swap arr[0],arr[3] → [1,2,4,5,3]
i=1: scan [2,4,5,3] (from index 1), min is 2 at index 1 → no swap needed → [1,2,4,5,3]
i=2: scan [4,5,3] (from index 2), min is 3 at index 4 → swap arr[2],arr[4] → [1,2,3,5,4]
i=3: scan [5,4] (from index 3), min is 4 at index 4 → swap arr[3],arr[4] → [1,2,3,4,5]
Done (i=4 is the last remaining element, already in place)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“sorting in place” matters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two different motions</a:t>
            </a:r>
          </a:p>
        </p:txBody>
      </p:sp>
      <p:pic>
        <p:nvPicPr>
          <p:cNvPr descr="figures/bubble-vs-selec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8229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comparisons: proving O(n²), rigorously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comparisons for bubble sort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one real practical difference: counting swaps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stability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a stability example, traced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these algorithms actually appear in practice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count the comparisons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example, side by side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Sort and Selection Sort</dc:title>
  <dc:creator>Dr. Innocent Nyalala</dc:creator>
  <cp:keywords/>
  <dcterms:created xsi:type="dcterms:W3CDTF">2026-08-04T06:48:26Z</dcterms:created>
  <dcterms:modified xsi:type="dcterms:W3CDTF">2026-08-04T06:48:26Z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5, Lecture 1</vt:lpwstr>
  </property>
  <property fmtid="{D5CDD505-2E9C-101B-9397-08002B2CF9AE}" pid="10" name="toc-title">
    <vt:lpwstr>Table of contents</vt:lpwstr>
  </property>
</Properties>
</file>