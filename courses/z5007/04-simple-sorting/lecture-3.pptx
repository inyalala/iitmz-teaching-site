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Counting Sort and Radix Sort: Sorting Without Comparing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5,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exam-grade-tally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sort: the core idea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sort,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counting_sort(arr, k):</a:t>
            </a:r>
            <a:br/>
            <a:r>
              <a:rPr>
                <a:latin typeface="Courier"/>
              </a:rPr>
              <a:t>   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(k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arr:</a:t>
            </a:r>
            <a:br/>
            <a:r>
              <a:rPr>
                <a:latin typeface="Courier"/>
              </a:rPr>
              <a:t>        count[x]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Step 1: raw counts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k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count[i]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count[i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      </a:t>
            </a:r>
            <a:r>
              <a:rPr i="1">
                <a:solidFill>
                  <a:srgbClr val="60A0B0"/>
                </a:solidFill>
                <a:latin typeface="Courier"/>
              </a:rPr>
              <a:t># Step 2: cumulative counts (positions)</a:t>
            </a:r>
            <a:br/>
            <a:br/>
            <a:r>
              <a:rPr>
                <a:latin typeface="Courier"/>
              </a:rPr>
              <a:t>    output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reversed</a:t>
            </a:r>
            <a:r>
              <a:rPr>
                <a:latin typeface="Courier"/>
              </a:rPr>
              <a:t>(arr):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Step 3: place, scanning input BACKWARD</a:t>
            </a:r>
            <a:br/>
            <a:r>
              <a:rPr>
                <a:latin typeface="Courier"/>
              </a:rPr>
              <a:t>        count[x]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output[count[x]]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output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counting sort completely on </a:t>
            </a:r>
            <a:r>
              <a:rPr>
                <a:latin typeface="Courier"/>
              </a:rPr>
              <a:t>[2, 5, 3, 0, 2, 3]</a:t>
            </a:r>
            <a:r>
              <a:rPr/>
              <a:t>, k=5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Step 1 (raw counts):        count = [1, 0, 2, 2, 0, 1]   (index = value)
Step 2 (cumulative counts): count = [1, 1, 3, 5, 5, 6]
Step 3 (place, scanning input BACKWARD: 3, 2, 0, 3, 5, 2):
  x=3: count[3]=5 → count[3]-=1=4 → output[4]=3 → count=[1,1,3,4,5,6]
  x=2: count[2]=3 → count[2]-=1=2 → output[2]=2 → count=[1,1,2,4,5,6]
  x=0: count[0]=1 → count[0]-=1=0 → output[0]=0 → count=[0,1,2,4,5,6]
  x=3: count[3]=4 → count[3]-=1=3 → output[3]=3 → count=[0,1,2,3,5,6]
  x=5: count[5]=6 → count[5]-=1=5 → output[5]=5 → count=[0,1,2,3,5,5]
  x=2: count[2]=2 → count[2]-=1=1 → output[1]=2 → count=[0,1,1,3,5,5]
Result: output = [0, 2, 2, 3, 3, 5]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scanning backward preserves stability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O(n+k), precisely — and when k ruins it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Radix sort: applying counting sort digit by digit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radix sort completely on </a:t>
            </a:r>
            <a:r>
              <a:rPr>
                <a:latin typeface="Courier"/>
              </a:rPr>
              <a:t>[170, 45, 75, 90, 802, 24, 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Pass 1 (ones digit):    170,90,802,2,24,45,75    (stable counting sort on last digit)
Pass 2 (tens digit):    802,2,24,45,170,75,90     (stable counting sort on middle digit)
Pass 3 (hundreds digit):2,24,45,75,90,170,802     (stable counting sort on first digit)
Result: [2, 24, 45, 75, 90, 170, 802]  — fully sorted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Pass 1 of radix sort in full detail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piles by digit, three rounds</a:t>
            </a:r>
          </a:p>
        </p:txBody>
      </p:sp>
      <p:pic>
        <p:nvPicPr>
          <p:cNvPr descr="figures/radix-sort-passe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the O(n log n) lower bound, and why this isn’t a contradiction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Radix sort’s total cost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use: where these actually appear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is counting sort a good choice?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note on negative numbers and non-integer keys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 Sort and Radix Sort: Sorting Without Comparing</dc:title>
  <dc:creator>Dr. Innocent Nyalala</dc:creator>
  <cp:keywords/>
  <dcterms:created xsi:type="dcterms:W3CDTF">2026-08-04T06:49:28Z</dcterms:created>
  <dcterms:modified xsi:type="dcterms:W3CDTF">2026-08-04T06:49:28Z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5, Lecture 3</vt:lpwstr>
  </property>
  <property fmtid="{D5CDD505-2E9C-101B-9397-08002B2CF9AE}" pid="10" name="toc-title">
    <vt:lpwstr>Table of contents</vt:lpwstr>
  </property>
</Properties>
</file>