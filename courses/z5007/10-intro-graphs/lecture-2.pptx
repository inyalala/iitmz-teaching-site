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 Traversal: BFS and DFS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11,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maze-exploration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graphs need a “visited” set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BFS, built on Week 3’s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collections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deque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bfs(graph, start):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{start}</a:t>
            </a:r>
            <a:br/>
            <a:r>
              <a:rPr>
                <a:latin typeface="Courier"/>
              </a:rPr>
              <a:t>    queue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deque([start])</a:t>
            </a:r>
            <a:br/>
            <a:r>
              <a:rPr>
                <a:latin typeface="Courier"/>
              </a:rPr>
              <a:t>   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queue: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queue.popleft()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3's Queue: FIFO</a:t>
            </a:r>
            <a:br/>
            <a:r>
              <a:rPr>
                <a:latin typeface="Courier"/>
              </a:rPr>
              <a:t>        order.append(node)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visited.add(neighbor)    </a:t>
            </a:r>
            <a:r>
              <a:rPr i="1">
                <a:solidFill>
                  <a:srgbClr val="60A0B0"/>
                </a:solidFill>
                <a:latin typeface="Courier"/>
              </a:rPr>
              <a:t># mark visited when ENQUEUED, not when dequeued</a:t>
            </a:r>
            <a:br/>
            <a:r>
              <a:rPr>
                <a:latin typeface="Courier"/>
              </a:rPr>
              <a:t>                queue.append(neighbor)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BFS completely on Lecture 1’s example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adj[0]=[1,2], adj[1]=[0,2,3], adj[2]=[0,1], adj[3]=[1,4], adj[4]=[3]
bfs(graph, 0):
visited={0}, queue=[0]
Dequeue 0. order=[0]. Neighbors 1,2: both unvisited → visited={0,1,2}, queue=[1,2]
Dequeue 1. order=[0,1]. Neighbors 0(visited),2(visited),3(new) → visited={0,1,2,3}, queue=[2,3]
Dequeue 2. order=[0,1,2]. Neighbors 0,1 both visited → queue=[3]
Dequeue 3. order=[0,1,2,3]. Neighbor 1(visited), 4(new) → visited={0,1,2,3,4}, queue=[4]
Dequeue 4. order=[0,1,2,3,4]. Neighbor 3(visited) → queue=[]
Final BFS order: [0, 1, 2, 3, 4]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DFS, built on Week 3’s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dfs(graph, start):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[start]</a:t>
            </a:r>
            <a:br/>
            <a:r>
              <a:rPr>
                <a:latin typeface="Courier"/>
              </a:rPr>
              <a:t>   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stack: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stack.pop()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3's Stack: LIFO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visited.add(node)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mark visited when POPPED, not when pushed</a:t>
            </a:r>
            <a:br/>
            <a:r>
              <a:rPr>
                <a:latin typeface="Courier"/>
              </a:rPr>
              <a:t>        order.append(node)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stack.append(neighbor)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DFS completely on the same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dfs(graph, 0):  adj[0]=[1,2], adj[1]=[0,2,3], adj[2]=[0,1], adj[3]=[1,4], adj[4]=[3]
stack=[0], visited={}
Pop 0. Not visited. visited={0}. order=[0]. Push 1, then 2 (unvisited) → stack=[1,2]
Pop 2 (top of stack). Not visited. visited={0,2}. order=[0,2]. Push 1 (0 already visited) → stack=[1,1]
Pop 1 (top). Not visited. visited={0,2,1}. order=[0,2,1]. Push 3 (0,2 already visited) → stack=[1,3]
Pop 3 (top). Not visited. visited={0,2,1,3}. order=[0,2,1,3]. Push 4 (1 already visited) → stack=[1,4]
Pop 4 (top). Not visited. visited={0,2,1,3,4}. order=[0,2,1,3,4]. 3 already visited, nothing pushed → stack=[1]
Pop 1. Already visited → skip. stack empty.
Final DFS order: [0, 2, 1, 3, 4]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BFS layers vs. DFS depth-first plunge</a:t>
            </a:r>
          </a:p>
        </p:txBody>
      </p:sp>
      <p:pic>
        <p:nvPicPr>
          <p:cNvPr descr="figures/bfs-vs-df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BFS vs. DFS: which answers which question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traversals’ cost: O(V+E)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DFS’s recursive form, and its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dfs_recursive(graph, node, visited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 order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visited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visited,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(), []</a:t>
            </a:r>
            <a:br/>
            <a:r>
              <a:rPr>
                <a:latin typeface="Courier"/>
              </a:rPr>
              <a:t>    visited.add(node)</a:t>
            </a:r>
            <a:br/>
            <a:r>
              <a:rPr>
                <a:latin typeface="Courier"/>
              </a:rPr>
              <a:t>    order.append(node)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dfs_recursive(graph, neighbor, visited, order)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BFS trace, from a different start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bfs(graph, 4):  adj[0]=[1,2], adj[1]=[0,2,3], adj[2]=[0,1], adj[3]=[1,4], adj[4]=[3]
visited={4}, queue=[4]
Dequeue 4. order=[4]. Neighbor 3 new → visited={4,3}, queue=[3]
Dequeue 3. order=[4,3]. Neighbor 1 new (4 visited) → visited={4,3,1}, queue=[1]
Dequeue 1. order=[4,3,1]. Neighbors 0,2 new (3 visited) → visited={4,3,1,0,2}, queue=[0,2]
Dequeue 0. order=[4,3,1,0]. Neighbors 1,2 both visited → queue=[2]
Dequeue 2. order=[4,3,1,0,2]. Neighbors 0,1 both visited → queue=[]
Final: [4, 3, 1, 0, 2]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BFS and DFS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predict the BFS order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DFS trace, from a different start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dfs(graph, 4):  adj[0]=[1,2], adj[1]=[0,2,3], adj[2]=[0,1], adj[3]=[1,4], adj[4]=[3]
stack=[4]
Pop 4. visited={4}. order=[4]. Push 3 → stack=[3]
Pop 3. visited={4,3}. order=[4,3]. Push 1 (4 visited) → stack=[1]
Pop 1. visited={4,3,1}. order=[4,3,1]. Push 0, then 2 (3 visited) → stack=[0,2]
Pop 2 (top). visited={4,3,1,2}. order=[4,3,1,2]. Push 0 (1 visited) → stack=[0,0]
Pop 0. visited={4,3,1,2,0}. order=[4,3,1,2,0]. Both neighbors visited → stack=[0]
Pop 0. Already visited → skip. stack empty.
Final: [4, 3, 1, 2, 0]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 on directed graphs and traversal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Traversal: BFS and DFS</dc:title>
  <dc:creator>Dr. Innocent Nyalala</dc:creator>
  <cp:keywords/>
  <dcterms:created xsi:type="dcterms:W3CDTF">2026-08-04T14:50:24Z</dcterms:created>
  <dcterms:modified xsi:type="dcterms:W3CDTF">2026-08-04T14:50:24Z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11, Lecture 2</vt:lpwstr>
  </property>
  <property fmtid="{D5CDD505-2E9C-101B-9397-08002B2CF9AE}" pid="10" name="toc-title">
    <vt:lpwstr>Table of contents</vt:lpwstr>
  </property>
</Properties>
</file>