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Building a Leaderboard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6,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problem: a game leaderboard service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naive design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range assumption is worth checking, not just assuming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Sub-problem 1: initial bulk load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Sub-problem 2: live score updates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Sub-problem 3: frequent “top 10” queries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Quantifying the naive design’s actual cost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Sub-problem 4: periodic full recomputation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four sub-problems, four different tools</a:t>
            </a:r>
          </a:p>
        </p:txBody>
      </p:sp>
      <p:pic>
        <p:nvPicPr>
          <p:cNvPr descr="figures/leaderboard-architectur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33500"/>
            <a:ext cx="82296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naive design is not simply “less optimized”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assembled design, summarized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Connecting back to the whole course’s arc, so far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measuring the real system before redesigning it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categorize the fix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note on premature architecture, symmetric to Week 4’s caution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Study: Building a Leaderboard Service</dc:title>
  <dc:creator>Dr. Innocent Nyalala</dc:creator>
  <cp:keywords/>
  <dcterms:created xsi:type="dcterms:W3CDTF">2026-08-04T07:02:49Z</dcterms:created>
  <dcterms:modified xsi:type="dcterms:W3CDTF">2026-08-04T07:02:49Z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6, Lecture 4</vt:lpwstr>
  </property>
  <property fmtid="{D5CDD505-2E9C-101B-9397-08002B2CF9AE}" pid="10" name="toc-title">
    <vt:lpwstr>Table of contents</vt:lpwstr>
  </property>
</Properties>
</file>