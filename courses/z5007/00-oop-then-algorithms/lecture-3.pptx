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Inheritance and Polymorphism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1, Lecture 3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repetition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Circle: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r):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area(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3.14159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.r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Square: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s):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area(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.s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Inheritance: naming the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Shape: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area(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NotImplementedError</a:t>
            </a:r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# forces every subclass to override this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Circle(Shape):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Circle IS-A Shape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r):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area(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3.14159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.r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Square(Shape):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Square IS-A Shape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s):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area(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.s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hierarchy, drawn out</a:t>
            </a:r>
          </a:p>
        </p:txBody>
      </p:sp>
      <p:pic>
        <p:nvPicPr>
          <p:cNvPr descr="figures/shape-hierarchy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500" y="1193800"/>
            <a:ext cx="7747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Polymorphism: one call, many behaviors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shapes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[Circle(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), Square(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), Triangle(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shapes: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(s).</a:t>
            </a:r>
            <a:r>
              <a:rPr>
                <a:solidFill>
                  <a:srgbClr val="19177C"/>
                </a:solidFill>
                <a:latin typeface="Courier"/>
              </a:rPr>
              <a:t>__name__</a:t>
            </a:r>
            <a:r>
              <a:rPr>
                <a:latin typeface="Courier"/>
              </a:rPr>
              <a:t>, s.area())</a:t>
            </a:r>
          </a:p>
          <a:p>
            <a:pPr lvl="0" indent="0">
              <a:buNone/>
            </a:pPr>
            <a:r>
              <a:rPr>
                <a:latin typeface="Courier"/>
              </a:rPr>
              <a:t>Circle 12.566
Square 9
Triangle 10.0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this pays off later in the course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composition vs. 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Engine: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start(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"engine started"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Car: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.engine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Engine()   </a:t>
            </a:r>
            <a:r>
              <a:rPr i="1">
                <a:solidFill>
                  <a:srgbClr val="60A0B0"/>
                </a:solidFill>
                <a:latin typeface="Courier"/>
              </a:rPr>
              <a:t># composition: Car HAS an Engine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start(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.engine.start()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duck typing and ABCs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abc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ABC, abstractmethod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Shape(ABC):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@abstractmethod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area(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 ...</a:t>
            </a:r>
            <a:br/>
            <a:br/>
            <a:r>
              <a:rPr>
                <a:latin typeface="Courier"/>
              </a:rPr>
              <a:t>Shape()          </a:t>
            </a:r>
            <a:r>
              <a:rPr i="1">
                <a:solidFill>
                  <a:srgbClr val="60A0B0"/>
                </a:solidFill>
                <a:latin typeface="Courier"/>
              </a:rPr>
              <a:t># TypeError: can't instantiate abstract class Shape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is-a or has-a?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 and Polymorphism</dc:title>
  <dc:creator>Dr. Innocent Nyalala</dc:creator>
  <cp:keywords/>
  <dcterms:created xsi:type="dcterms:W3CDTF">2026-08-03T20:14:47Z</dcterms:created>
  <dcterms:modified xsi:type="dcterms:W3CDTF">2026-08-03T20:14:47Z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1, Lecture 3</vt:lpwstr>
  </property>
  <property fmtid="{D5CDD505-2E9C-101B-9397-08002B2CF9AE}" pid="10" name="toc-title">
    <vt:lpwstr>Table of contents</vt:lpwstr>
  </property>
</Properties>
</file>