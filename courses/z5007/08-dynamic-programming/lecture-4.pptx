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Recognizing Dynamic Programming: A General Method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9, Lecture 4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locksmith’s-checklist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five-step method, stated generally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Applying it live: the coin change problem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Steps 3-5, completing the method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Building the table, completely, for target amount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f(0) = 0
f(1) = 1 + min(f(0)) = 1 + 0 = 1          [only coin 1 fits]
f(2) = 1 + min(f(1)) = 1 + 1 = 2          [only coin 1 fits]
f(3) = 1 + min(f(2), f(0)) = 1 + min(2,0) = 1     [coin 1 → f(2)=2, coin 3 → f(0)=0]
f(4) = 1 + min(f(3), f(1), f(0)) = 1 + min(1,1,0) = 1  [coin 4 → f(0)=0]
f(5) = 1 + min(f(4), f(2), f(1)) = 1 + min(1,2,1) = 2  [coin 1→f(4)=1, or coin 4→f(1)=1]
f(6) = 1 + min(f(5), f(3), f(2)) = 1 + min(2,1,2) = 2  [coin 3 → f(3)=1]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greedy fails on coin change: a concrete counterexample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matters: previewing Week 10’s central distinction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greedy’s path vs. DP’s true optimum</a:t>
            </a:r>
          </a:p>
        </p:txBody>
      </p:sp>
      <p:pic>
        <p:nvPicPr>
          <p:cNvPr descr="figures/greedy-vs-dp-coins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49400"/>
            <a:ext cx="82296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mistakes when applying the method, worth watching for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Consolidating Week 9’s four problems into one table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DP on trees, a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max_independent_set(node):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node.left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node.right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node.value            </a:t>
            </a:r>
            <a:r>
              <a:rPr i="1">
                <a:solidFill>
                  <a:srgbClr val="60A0B0"/>
                </a:solidFill>
                <a:latin typeface="Courier"/>
              </a:rPr>
              <a:t># a leaf: including it is always at least as good</a:t>
            </a:r>
            <a:br/>
            <a:r>
              <a:rPr>
                <a:latin typeface="Courier"/>
              </a:rPr>
              <a:t>    include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node.value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child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(node.left, node.right):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child:</a:t>
            </a:r>
            <a:br/>
            <a:r>
              <a:rPr>
                <a:latin typeface="Courier"/>
              </a:rPr>
              <a:t>            include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(max_independent_set(gc)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gc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(child.left, child.right)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gc)</a:t>
            </a:r>
            <a:br/>
            <a:r>
              <a:rPr>
                <a:latin typeface="Courier"/>
              </a:rPr>
              <a:t>    exclude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(max_independent_set(child)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child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(node.left, node.right)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child)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(include, exclude)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Reconstructing coin change’s actual coins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coin_change_reconstruct(coins, target):</a:t>
            </a:r>
            <a:br/>
            <a:r>
              <a:rPr>
                <a:latin typeface="Courier"/>
              </a:rPr>
              <a:t>    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(target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choice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(target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a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target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best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'inf'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coins: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a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f[a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c]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best:</a:t>
            </a:r>
            <a:br/>
            <a:r>
              <a:rPr>
                <a:latin typeface="Courier"/>
              </a:rPr>
              <a:t>                best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f[a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c]</a:t>
            </a:r>
            <a:br/>
            <a:r>
              <a:rPr>
                <a:latin typeface="Courier"/>
              </a:rPr>
              <a:t>                choice[a]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</a:t>
            </a:r>
            <a:br/>
            <a:r>
              <a:rPr>
                <a:latin typeface="Courier"/>
              </a:rPr>
              <a:t>        f[a]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best</a:t>
            </a:r>
            <a:br/>
            <a:r>
              <a:rPr>
                <a:latin typeface="Courier"/>
              </a:rPr>
              <a:t>    result, 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[], target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result.append(choice[a])</a:t>
            </a:r>
            <a:br/>
            <a:r>
              <a:rPr>
                <a:latin typeface="Courier"/>
              </a:rPr>
              <a:t>        a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choice[a]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f[target], result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this method will reappear later in the course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apply the method, cold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closing check: the five-step method as a review checklist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Recognizing Dynamic Programming: A General Method</dc:title>
  <dc:creator>Dr. Innocent Nyalala</dc:creator>
  <cp:keywords/>
  <dcterms:created xsi:type="dcterms:W3CDTF">2026-08-04T14:11:31Z</dcterms:created>
  <dcterms:modified xsi:type="dcterms:W3CDTF">2026-08-04T14:11:31Z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9, Lecture 4</vt:lpwstr>
  </property>
  <property fmtid="{D5CDD505-2E9C-101B-9397-08002B2CF9AE}" pid="10" name="toc-title">
    <vt:lpwstr>Table of contents</vt:lpwstr>
  </property>
</Properties>
</file>