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Longest Common Subsequence and Edit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9,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two-editors’-diff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LCS, defined precisely — and why it is not substring matching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distinction on a concrete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s1 = "ABCBDAB"     indices: A0 B1 C2 B3 D4 A5 B6
s2 = "BDCAB"        indices: B0 D1 C2 A3 B4
Longest common SUBSTRING (contiguous):     "AB", length 2
Longest common SUBSEQUENCE (gaps allowed): "BCAB", length 4
Matching positions for "BCAB":
  s1: B(idx1), C(idx2), A(idx5), B(idx6)
  s2: B(idx0), C(idx2), A(idx3), B(idx4)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Deriving the LCS recurrence from first principles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LCS table, completely, by hand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Filling one cell, traced in complete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Filling L(B, A)  [row "B", column "A"]:
  s1[B's position] = 'B', s2[A's position] = 'A'. 'B' != 'A' → NOT a match
  Option 1: L(row above, same column) = L("A" prefix, "A" prefix) = 1
  Option 2: L(same row, column to left) = L("B" prefix, "" prefix) = 0
  max(1, 0) = 1 → L(B, A) = 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Reconstructing the actual subsequence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reconstruct_lcs(table, s1, s2, i, j):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s1[i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s2[j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reconstruct_lcs(table, s1, s2, 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s1[i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table[i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][j]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table[i][j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reconstruct_lcs(table, s1, s2, 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j)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reconstruct_lcs(table, s1, s2, i, j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Reconstruction, traced completely on this lecture’s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Start at (i=3,j=2) = L(C, C) = 2.
  s1[2]='C', s2[1]='C' → MATCH → record 'C', move to (i=2,j=1)
(i=2,j=1) = L(B, A) = 1.
  s1[1]='B', s2[0]='A' → no match. L(i-1,j)=L(A,A)=1, L(i,j-1)=L(B,"")=0. 1&gt;=0 → move to (i=1,j=1)
(i=1,j=1) = L(A, A) = 1.
  s1[0]='A', s2[0]='A' → MATCH → record 'A', move to (i=0,j=0)
(i=0,j=0): base case, stop.
Reconstructed (reversed order recorded): "A" then "C" → LCS = "AC"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Edit distance: LCS’s recurrence, plus one more option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LCS table versus edit distance table, side by side</a:t>
            </a:r>
          </a:p>
        </p:txBody>
      </p:sp>
      <p:pic>
        <p:nvPicPr>
          <p:cNvPr descr="figures/lcs-vs-edi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connecting to real tools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Edit distance, one cell traced completely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both algorithms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LCS or substring?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note: LCS length vs. LCS </a:t>
            </a:r>
            <a:r>
              <a:rPr i="1"/>
              <a:t>a</a:t>
            </a:r>
            <a:r>
              <a:rPr/>
              <a:t> solution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Common Subsequence and Edit Distance</dc:title>
  <dc:creator>Dr. Innocent Nyalala</dc:creator>
  <cp:keywords/>
  <dcterms:created xsi:type="dcterms:W3CDTF">2026-08-04T14:11:04Z</dcterms:created>
  <dcterms:modified xsi:type="dcterms:W3CDTF">2026-08-04T14:11:04Z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9, Lecture 3</vt:lpwstr>
  </property>
  <property fmtid="{D5CDD505-2E9C-101B-9397-08002B2CF9AE}" pid="10" name="toc-title">
    <vt:lpwstr>Table of contents</vt:lpwstr>
  </property>
</Properties>
</file>