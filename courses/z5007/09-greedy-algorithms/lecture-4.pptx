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Greedy or Dynamic Programming? A Decision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10,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two-toolboxes-on-one-shelf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practical decision procedure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Fractional knapsack: removing one constraint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Fractional knapsack’s greedy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fractional_knapsack(weights, values, W):</a:t>
            </a:r>
            <a:br/>
            <a:r>
              <a:rPr>
                <a:latin typeface="Courier"/>
              </a:rPr>
              <a:t>    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(weights)),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i: values[i]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weights[i], reverse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total_value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remaining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items: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weights[i]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remaining:</a:t>
            </a:r>
            <a:br/>
            <a:r>
              <a:rPr>
                <a:latin typeface="Courier"/>
              </a:rPr>
              <a:t>            total_value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values[i]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take the WHOLE item</a:t>
            </a:r>
            <a:br/>
            <a:r>
              <a:rPr>
                <a:latin typeface="Courier"/>
              </a:rPr>
              <a:t>            remaining </a:t>
            </a:r>
            <a:r>
              <a:rPr>
                <a:solidFill>
                  <a:srgbClr val="666666"/>
                </a:solidFill>
                <a:latin typeface="Courier"/>
              </a:rPr>
              <a:t>-=</a:t>
            </a:r>
            <a:r>
              <a:rPr>
                <a:latin typeface="Courier"/>
              </a:rPr>
              <a:t> weights[i]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fraction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remaining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weights[i]</a:t>
            </a:r>
            <a:br/>
            <a:r>
              <a:rPr>
                <a:latin typeface="Courier"/>
              </a:rPr>
              <a:t>            total_value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values[i]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fraction        </a:t>
            </a:r>
            <a:r>
              <a:rPr i="1">
                <a:solidFill>
                  <a:srgbClr val="60A0B0"/>
                </a:solidFill>
                <a:latin typeface="Courier"/>
              </a:rPr>
              <a:t># take a FRACTION of it</a:t>
            </a:r>
            <a:br/>
            <a:r>
              <a:rPr>
                <a:latin typeface="Courier"/>
              </a:rPr>
              <a:t>            remaining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total_value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fractional’s greedy is correct, but 0/1’s greedy is not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with a concrete numeric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Items: weight=[10,20,30], value=[60,100,120]. Capacity=50.
Ratios: 60/10=6, 100/20=5, 120/30=4  → sorted: item0(6), item1(5), item2(4)
Fractional: take all of item0 (w=10,v=60, remaining=40)
            take all of item1 (w=20,v=100, remaining=20)
            take 20/30 of item2: v=120*(20/30)=80
Total value: 60+100+80=240
0/1 (Week 9's DP would be needed to confirm, but by inspection):
  items 0+1: weight=30, value=160, leaves capacity 20 unused
  items 0+2: weight=40, value=180
  Best 0/1 combination found: 220 (items 0 and 2), STRICTLY LESS than fractional's 240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same items, two different optimal strategies</a:t>
            </a:r>
          </a:p>
        </p:txBody>
      </p:sp>
      <p:pic>
        <p:nvPicPr>
          <p:cNvPr descr="figures/fractional-vs-01-knapsack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the value-per-weight sort explicitly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Items: weight=[10,20,30], value=[60,100,120]
Ratios: item0 = 60/10 = 6.0
        item1 = 100/20 = 5.0
        item2 = 120/30 = 4.0
Sorted descending by ratio: item0 (6.0), item1 (5.0), item2 (4.0)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Consolidating every proof technique from Weeks 9-10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“Try greedy first” as a practical strategy, with its caveat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problems needing neither alone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comparison: fractional greedy vs. 0/1 dynamic programming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judgment applies beyond this course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greedy or DP?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look back across the entire course so far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or Dynamic Programming? A Decision Framework</dc:title>
  <dc:creator>Dr. Innocent Nyalala</dc:creator>
  <cp:keywords/>
  <dcterms:created xsi:type="dcterms:W3CDTF">2026-08-04T14:30:01Z</dcterms:created>
  <dcterms:modified xsi:type="dcterms:W3CDTF">2026-08-04T14:30:01Z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10, Lecture 4</vt:lpwstr>
  </property>
  <property fmtid="{D5CDD505-2E9C-101B-9397-08002B2CF9AE}" pid="10" name="toc-title">
    <vt:lpwstr>Table of contents</vt:lpwstr>
  </property>
</Properties>
</file>