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Activity Selection Problem: Greedy, Proven Correct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10, Lecture 1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single-room meeting-scheduler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activity selection problem, stated precisely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plausible-sounding strategies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correct strategy: earliest finish time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activity_selection(activities):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activities: list of (start, finish) tuples</a:t>
            </a:r>
            <a:br/>
            <a:r>
              <a:rPr>
                <a:latin typeface="Courier"/>
              </a:rPr>
              <a:t>    activities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sorted</a:t>
            </a:r>
            <a:r>
              <a:rPr>
                <a:latin typeface="Courier"/>
              </a:rPr>
              <a:t>(activities, key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 b="1">
                <a:solidFill>
                  <a:srgbClr val="007020"/>
                </a:solidFill>
                <a:latin typeface="Courier"/>
              </a:rPr>
              <a:t>lambda</a:t>
            </a:r>
            <a:r>
              <a:rPr>
                <a:latin typeface="Courier"/>
              </a:rPr>
              <a:t> a: a[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])   </a:t>
            </a:r>
            <a:r>
              <a:rPr i="1">
                <a:solidFill>
                  <a:srgbClr val="60A0B0"/>
                </a:solidFill>
                <a:latin typeface="Courier"/>
              </a:rPr>
              <a:t># sort by FINISH time</a:t>
            </a:r>
            <a:br/>
            <a:r>
              <a:rPr>
                <a:latin typeface="Courier"/>
              </a:rPr>
              <a:t>    selected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[activities[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]]</a:t>
            </a:r>
            <a:br/>
            <a:r>
              <a:rPr>
                <a:latin typeface="Courier"/>
              </a:rPr>
              <a:t>    last_finish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activities[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start, finish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activities[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:]: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start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last_finish:            </a:t>
            </a:r>
            <a:r>
              <a:rPr i="1">
                <a:solidFill>
                  <a:srgbClr val="60A0B0"/>
                </a:solidFill>
                <a:latin typeface="Courier"/>
              </a:rPr>
              <a:t># compatible with everything selected so far</a:t>
            </a:r>
            <a:br/>
            <a:r>
              <a:rPr>
                <a:latin typeface="Courier"/>
              </a:rPr>
              <a:t>            selected.append((start, finish))</a:t>
            </a:r>
            <a:br/>
            <a:r>
              <a:rPr>
                <a:latin typeface="Courier"/>
              </a:rPr>
              <a:t>            last_finish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finish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selected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activity selection completely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Activities (start, finish): (1,4), (3,5), (0,6), (5,7), (3,9), (5,9), (6,10), (8,11), (8,12), (2,14), (12,16)
Sorted by finish: (1,4), (3,5), (0,6), (5,7), (3,9), (5,9), (6,10), (8,11), (8,12), (2,14), (12,16)
Select (1,4). last_finish=4
(3,5): 3&lt;4, skip
(0,6): 0&lt;4, skip
(5,7): 5&gt;=4, SELECT. last_finish=7
(3,9): 3&lt;7, skip
(5,9): 5&lt;7, skip
(6,10): 6&lt;7, skip
(8,11): 8&gt;=7, SELECT. last_finish=11
(8,12): 8&lt;11, skip
(2,14): 2&lt;11, skip
(12,16): 12&gt;=11, SELECT. last_finish=16
Result: (1,4), (5,7), (8,11), (12,16) — 4 activities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greedy-choice property, defined precisely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exchange argument: proving earliest-finish-time correct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timeline analogy helps make the exchange argument concrete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Completing the proof by induction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the greedy scan, visualized as a timeline</a:t>
            </a:r>
          </a:p>
        </p:txBody>
      </p:sp>
      <p:pic>
        <p:nvPicPr>
          <p:cNvPr descr="figures/activity-selection-timelin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24000"/>
            <a:ext cx="82296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why “shortest duration first” fails, verified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Activities: (0,5), (4,6), (5,10)
Shortest-duration-first: durations are 5, 2, 5 → pick (4,6) first (shortest)
  (4,6) conflicts with BOTH (0,5) [5&gt;4] and (5,10) [5&lt;6] → nothing else fits
  Shortest-first result: {(4,6)} — only 1 activity
True optimum (brute force, checked): {(0,5), (5,10)} — 2 activities, fully compatible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of the greedy algorithm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apply the strategy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worked trace, with a tie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closing connection to Week 8’s priority queue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Activity Selection Problem: Greedy, Proven Correct</dc:title>
  <dc:creator>Dr. Innocent Nyalala</dc:creator>
  <cp:keywords/>
  <dcterms:created xsi:type="dcterms:W3CDTF">2026-08-04T14:28:02Z</dcterms:created>
  <dcterms:modified xsi:type="dcterms:W3CDTF">2026-08-04T14:28:02Z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10, Lecture 1</vt:lpwstr>
  </property>
  <property fmtid="{D5CDD505-2E9C-101B-9397-08002B2CF9AE}" pid="10" name="toc-title">
    <vt:lpwstr>Table of contents</vt:lpwstr>
  </property>
</Properties>
</file>