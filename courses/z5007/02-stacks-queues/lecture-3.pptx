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Circular Buffer: A Queue Backed by One Array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3, Lecture 3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running-track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not just always use </a:t>
            </a:r>
            <a:r>
              <a:rPr>
                <a:latin typeface="Courier"/>
              </a:rPr>
              <a:t>deque</a:t>
            </a:r>
            <a:r>
              <a:rPr/>
              <a:t>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circular buffer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Array (capacity 5): [ _, _, _, _, _ ]
                       0  1  2  3  4
enqueue(A): front=0, back=0 → [A, _, _, _, _],  back moves to 1
enqueue(B): [A, B, _, _, _],  back moves to 2
enqueue(C): [A, B, C, _, _],  back moves to 3
dequeue(): removes A, front moves to 1 → logical queue is now [B, C]
           (slot 0 is not shifted — it is simply no longer "in" the queue)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Wrapping around: the key 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back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(back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capacity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example — tracing </a:t>
            </a:r>
            <a:r>
              <a:rPr>
                <a:latin typeface="Courier"/>
              </a:rPr>
              <a:t>back</a:t>
            </a:r>
            <a:r>
              <a:rPr/>
              <a:t> through a full wrap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full-vs-empty ambiguity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Resolving the ambiguity: track </a:t>
            </a:r>
            <a:r>
              <a:rPr>
                <a:latin typeface="Courier"/>
              </a:rPr>
              <a:t>count</a:t>
            </a:r>
            <a:r>
              <a:rPr/>
              <a:t> explicitly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CircularQueue: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capacity):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.capacity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capacity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capacity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.front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.back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         </a:t>
            </a:r>
            <a:r>
              <a:rPr i="1">
                <a:solidFill>
                  <a:srgbClr val="60A0B0"/>
                </a:solidFill>
                <a:latin typeface="Courier"/>
              </a:rPr>
              <a:t># the tie-breaker: explicit element count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is_empty(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.count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is_full(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.count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.capacity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full </a:t>
            </a:r>
            <a:r>
              <a:rPr>
                <a:latin typeface="Courier"/>
              </a:rPr>
              <a:t>enqueue</a:t>
            </a:r>
            <a:r>
              <a:rPr/>
              <a:t> and </a:t>
            </a:r>
            <a:r>
              <a:rPr>
                <a:latin typeface="Courier"/>
              </a:rPr>
              <a:t>dequeue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enqueue(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x):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.is_full():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OverflowError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"circular queue is full"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._data[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.back]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.back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.back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.capacity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.count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dequeue(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.is_empty():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IndexError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"dequeue from an empty queue"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._data[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.front]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.front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.front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.capacity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.count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x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 worked trace — fill, drain, wrap, refill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the buffer as a loop</a:t>
            </a:r>
          </a:p>
        </p:txBody>
      </p:sp>
      <p:pic>
        <p:nvPicPr>
          <p:cNvPr descr="figures/circular-buffer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where circular buffers appear in real systems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overwrite-oldest vs. reject-new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Reconnecting to Week 2’s amortized analysis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trace — a full lifecycle with two wraps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trace the wrap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Circular Buffer: A Queue Backed by One Array</dc:title>
  <dc:creator>Dr. Innocent Nyalala</dc:creator>
  <cp:keywords/>
  <dcterms:created xsi:type="dcterms:W3CDTF">2026-08-03T20:32:33Z</dcterms:created>
  <dcterms:modified xsi:type="dcterms:W3CDTF">2026-08-03T20:32:33Z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3, Lecture 3</vt:lpwstr>
  </property>
  <property fmtid="{D5CDD505-2E9C-101B-9397-08002B2CF9AE}" pid="10" name="toc-title">
    <vt:lpwstr>Table of contents</vt:lpwstr>
  </property>
</Properties>
</file>