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Parallel Sorting and the Reduction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14,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assembly-line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merge sort parallelizes naturally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concurrent.futures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ProcessPoolExecutor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merge(a, b):</a:t>
            </a:r>
            <a:br/>
            <a:r>
              <a:rPr>
                <a:latin typeface="Courier"/>
              </a:rPr>
              <a:t>    result, i, j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(a)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(b):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a[i]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b[j]:</a:t>
            </a:r>
            <a:br/>
            <a:r>
              <a:rPr>
                <a:latin typeface="Courier"/>
              </a:rPr>
              <a:t>            result.append(a[i])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result.append(b[j])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result.extend(a[i:])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result.extend(b[j:])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merge_sort(arr):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  <a:br/>
            <a:r>
              <a:rPr>
                <a:latin typeface="Courier"/>
              </a:rPr>
              <a:t>    mid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merge(merge_sort(arr[:mid]), merge_sort(arr[mid:]))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parallel_merge_sort_top_level(arr, executor):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  <a:br/>
            <a:r>
              <a:rPr>
                <a:latin typeface="Courier"/>
              </a:rPr>
              <a:t>    mid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left_future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executor.submit(merge_sort, arr[:mid])</a:t>
            </a:r>
            <a:br/>
            <a:r>
              <a:rPr>
                <a:latin typeface="Courier"/>
              </a:rPr>
              <a:t>    right_future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executor.submit(merge_sort, arr[mid:])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merge(left_future.result(), right_future.result())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quicksort’s partition step resists the same treatment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divide-and-conquer-to-parallel translation pattern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reduction pattern: parallel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partial_sum(chunk):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(chunk)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parallel_sum(data, executor, num_workers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chunk_size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(data)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num_workers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num_workers</a:t>
            </a:r>
            <a:br/>
            <a:r>
              <a:rPr>
                <a:latin typeface="Courier"/>
              </a:rPr>
              <a:t>    chunks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[data[i:i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chunk_size]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(data), chunk_size)]</a:t>
            </a:r>
            <a:br/>
            <a:r>
              <a:rPr>
                <a:latin typeface="Courier"/>
              </a:rPr>
              <a:t>    partials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(executor.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latin typeface="Courier"/>
              </a:rPr>
              <a:t>(partial_sum, chunks))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(partials)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parallel sum against the sequential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100_001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sequential_total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(data)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partial_sum(chunk):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(chunk)</a:t>
            </a:r>
            <a:br/>
            <a:br/>
            <a:r>
              <a:rPr>
                <a:latin typeface="Courier"/>
              </a:rPr>
              <a:t>chunk_size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25_000</a:t>
            </a:r>
            <a:br/>
            <a:r>
              <a:rPr>
                <a:latin typeface="Courier"/>
              </a:rPr>
              <a:t>chunks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[data[i:i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chunk_size]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(data), chunk_size)]</a:t>
            </a:r>
            <a:br/>
            <a:r>
              <a:rPr>
                <a:latin typeface="Courier"/>
              </a:rPr>
              <a:t>partials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[partial_sum(c)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chunks]</a:t>
            </a:r>
            <a:br/>
            <a:r>
              <a:rPr>
                <a:latin typeface="Courier"/>
              </a:rPr>
              <a:t>parallel_total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(partials)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parallel_total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sequential_total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5_000_050_000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"Parallel sum matches sequential sum:"</a:t>
            </a:r>
            <a:r>
              <a:rPr>
                <a:latin typeface="Courier"/>
              </a:rPr>
              <a:t>, parallel_total)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sort’s parallel speedup, versus Amdahl’s Law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parallelizing the merge step itself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reduction tree, visualized</a:t>
            </a:r>
          </a:p>
        </p:txBody>
      </p:sp>
      <p:pic>
        <p:nvPicPr>
          <p:cNvPr descr="figures/reduction-tre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3600" y="1193800"/>
            <a:ext cx="741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every aggregation reduces this cleanly: the average pitfall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chunk_sum_and_count(chunk):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(chunk),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(chunk)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parallel_average(data, chunks):</a:t>
            </a:r>
            <a:br/>
            <a:r>
              <a:rPr>
                <a:latin typeface="Courier"/>
              </a:rPr>
              <a:t>    partials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[chunk_sum_and_count(c)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chunks]</a:t>
            </a:r>
            <a:br/>
            <a:r>
              <a:rPr>
                <a:latin typeface="Courier"/>
              </a:rPr>
              <a:t>    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(s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s,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partials)</a:t>
            </a:r>
            <a:br/>
            <a:r>
              <a:rPr>
                <a:latin typeface="Courier"/>
              </a:rPr>
              <a:t>   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(c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_,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partials)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total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count</a:t>
            </a:r>
            <a:br/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chunks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]]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parallel_average(data, chunks)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(data)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(data)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16.0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"Parallel average matches sequential average:"</a:t>
            </a:r>
            <a:r>
              <a:rPr>
                <a:latin typeface="Courier"/>
              </a:rPr>
              <a:t>, parallel_average(data, chunks))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real parallel speedup, honestly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connection: reduction and Week 8’s hash table design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Kruskal’s, parallelized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exercise — answer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partial_max(chunk):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(chunk)</a:t>
            </a:r>
            <a:br/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[random.randint(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100_000</a:t>
            </a:r>
            <a:r>
              <a:rPr>
                <a:latin typeface="Courier"/>
              </a:rPr>
              <a:t>)]</a:t>
            </a:r>
            <a:br/>
            <a:r>
              <a:rPr>
                <a:latin typeface="Courier"/>
              </a:rPr>
              <a:t>chunks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[data[i::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)]</a:t>
            </a:r>
            <a:br/>
            <a:r>
              <a:rPr>
                <a:latin typeface="Courier"/>
              </a:rPr>
              <a:t>partials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[partial_max(c)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chunks]</a:t>
            </a:r>
            <a:br/>
            <a:r>
              <a:rPr>
                <a:latin typeface="Courier"/>
              </a:rPr>
              <a:t>parallel_result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(partials)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parallel_result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(data)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"parallel_max matches built-in max:"</a:t>
            </a:r>
            <a:r>
              <a:rPr>
                <a:latin typeface="Courier"/>
              </a:rPr>
              <a:t>, parallel_result)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Sorting and the Reduction Pattern</dc:title>
  <dc:creator>Dr. Innocent Nyalala</dc:creator>
  <cp:keywords/>
  <dcterms:created xsi:type="dcterms:W3CDTF">2026-08-04T15:29:22Z</dcterms:created>
  <dcterms:modified xsi:type="dcterms:W3CDTF">2026-08-04T15:29:22Z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14, Lecture 3</vt:lpwstr>
  </property>
  <property fmtid="{D5CDD505-2E9C-101B-9397-08002B2CF9AE}" pid="10" name="toc-title">
    <vt:lpwstr>Table of contents</vt:lpwstr>
  </property>
</Properties>
</file>