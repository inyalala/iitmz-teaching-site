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Randomized Selection (Quickselect) and Week 14 Consolidation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14,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The problem: the </a:t>
                </a:r>
                <a14:m>
                  <m:oMath xmlns:m="http://schemas.openxmlformats.org/officeDocument/2006/math">
                    <m:r>
                      <m:t>k</m:t>
                    </m:r>
                  </m:oMath>
                </a14:m>
                <a:r>
                  <a:rPr/>
                  <a:t>-th smallest element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Quickselect, derived from quicksort’s partition step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800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random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quickselect(arr, k):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arr[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    pivot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random.choice(arr)</a:t>
            </a:r>
            <a:br/>
            <a:r>
              <a:rPr>
                <a:latin typeface="Courier"/>
              </a:rPr>
              <a:t>    lows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[x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arr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pivot]</a:t>
            </a:r>
            <a:br/>
            <a:r>
              <a:rPr>
                <a:latin typeface="Courier"/>
              </a:rPr>
              <a:t>    highs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[x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arr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pivot]</a:t>
            </a:r>
            <a:br/>
            <a:r>
              <a:rPr>
                <a:latin typeface="Courier"/>
              </a:rPr>
              <a:t>    pivots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[x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x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arr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x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pivot]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(lows):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quickselect(lows, k)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(lows)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(pivots):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pivot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quickselect(highs, k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(lows)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(pivots))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Why quickselect is expected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  <a:r>
                  <a:rPr/>
                  <a:t>, not </a:t>
                </a:r>
                <a14:m>
                  <m:oMath xmlns:m="http://schemas.openxmlformats.org/officeDocument/2006/math">
                    <m:r>
                      <m:t>O</m:t>
                    </m:r>
                    <m:r>
                      <m:rPr>
                        <m:sty m:val="p"/>
                      </m:rPr>
                      <m:t>(</m:t>
                    </m:r>
                    <m:r>
                      <m:t>n</m:t>
                    </m:r>
                    <m:r>
                      <m:rPr>
                        <m:sty m:val="p"/>
                      </m:rPr>
                      <m:t>log</m:t>
                    </m:r>
                    <m:r>
                      <m:t>n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Worked trace, verified against real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15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sorted_arr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sorted</a:t>
            </a:r>
            <a:r>
              <a:rPr>
                <a:latin typeface="Courier"/>
              </a:rPr>
              <a:t>(arr)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range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(arr)):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quickselect(arr, k)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sorted_arr[k]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"quickselect matches sorted array at every position:"</a:t>
            </a:r>
            <a:r>
              <a:rPr>
                <a:latin typeface="Courier"/>
              </a:rPr>
              <a:t>, sorted_arr)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Quickselect versus sort-then-index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guaranteed-worst-case-linear-time selection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14 consolidation: one coherent picture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second worked trace: finding the median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arr2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median_index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len</a:t>
            </a:r>
            <a:r>
              <a:rPr>
                <a:latin typeface="Courier"/>
              </a:rPr>
              <a:t>(arr2) </a:t>
            </a:r>
            <a:r>
              <a:rPr>
                <a:solidFill>
                  <a:srgbClr val="666666"/>
                </a:solidFill>
                <a:latin typeface="Courier"/>
              </a:rPr>
              <a:t>//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latin typeface="Courier"/>
              </a:rPr>
              <a:t>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quickselect(arr2, median_index)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assert</a:t>
            </a:r>
            <a:r>
              <a:rPr>
                <a:latin typeface="Courier"/>
              </a:rPr>
              <a:t> result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sorted</a:t>
            </a:r>
            <a:r>
              <a:rPr>
                <a:latin typeface="Courier"/>
              </a:rPr>
              <a:t>(arr2)[median_index]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br/>
            <a:r>
              <a:rPr>
                <a:solidFill>
                  <a:srgbClr val="008000"/>
                </a:solidFill>
                <a:latin typeface="Courier"/>
              </a:rPr>
              <a:t>print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"Median found via quickselect:"</a:t>
            </a:r>
            <a:r>
              <a:rPr>
                <a:latin typeface="Courier"/>
              </a:rPr>
              <a:t>, result)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this matters in practice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Space and in-place considerations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sort-then-index or quickselect?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Second quiz — answer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expected time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 — answer sketch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Looking ahead: Week 15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Randomized Selection (Quickselect) and Week 14 Consolidation</dc:title>
  <dc:creator>Dr. Innocent Nyalala</dc:creator>
  <cp:keywords/>
  <dcterms:created xsi:type="dcterms:W3CDTF">2026-08-04T15:32:22Z</dcterms:created>
  <dcterms:modified xsi:type="dcterms:W3CDTF">2026-08-04T15:32:22Z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14, Lecture 4</vt:lpwstr>
  </property>
  <property fmtid="{D5CDD505-2E9C-101B-9397-08002B2CF9AE}" pid="10" name="toc-title">
    <vt:lpwstr>Table of contents</vt:lpwstr>
  </property>
</Properties>
</file>