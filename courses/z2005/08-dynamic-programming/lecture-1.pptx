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Overlapping Subproblems: From Recursion to Memoization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9,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redundant-homework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Naive recursive Fibonacci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fib(n):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fib(n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fib(n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recursion tree for </a:t>
            </a:r>
            <a:r>
              <a:rPr>
                <a:latin typeface="Courier"/>
              </a:rPr>
              <a:t>fib(5)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      fib(5)
                  /            \
             fib(4)             fib(3)
            /      \            /      \
        fib(3)   fib(2)     fib(2)   fib(1)
       /    \     /   \      /   \
   fib(2) fib(1) fib(1)fib(0) fib(1)fib(0)
   /   \
fib(1)fib(0)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the exact exponential cost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Memoization: caching with a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fib_memo(n, cache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cache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cache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{}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8's hash table, via Python's built-in dict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cache: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cache[n]      </a:t>
            </a:r>
            <a:r>
              <a:rPr i="1">
                <a:solidFill>
                  <a:srgbClr val="60A0B0"/>
                </a:solidFill>
                <a:latin typeface="Courier"/>
              </a:rPr>
              <a:t># ALREADY COMPUTED — return instantly, no recursion at all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fib_memo(n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cache)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fib_memo(n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cache)</a:t>
            </a:r>
            <a:br/>
            <a:r>
              <a:rPr>
                <a:latin typeface="Courier"/>
              </a:rPr>
              <a:t>    cache[n]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result         </a:t>
            </a:r>
            <a:r>
              <a:rPr i="1">
                <a:solidFill>
                  <a:srgbClr val="60A0B0"/>
                </a:solidFill>
                <a:latin typeface="Courier"/>
              </a:rPr>
              <a:t># SAVE this result before returning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memoized </a:t>
            </a:r>
            <a:r>
              <a:rPr>
                <a:latin typeface="Courier"/>
              </a:rPr>
              <a:t>fib(5)</a:t>
            </a:r>
            <a:r>
              <a:rPr/>
              <a:t>, showing the cache 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fib_memo(5): not cached. needs fib(4), fib(3)
  fib_memo(4): not cached. needs fib(3), fib(2)
    fib_memo(3): not cached. needs fib(2), fib(1)
      fib_memo(2): not cached. needs fib(1), fib(0)
        fib_memo(1): base case, cache[1]=1
        fib_memo(0): base case, cache[0]=0
      cache[2] = 1+0 = 1
      fib_memo(1): CACHE HIT → returns 1 instantly, no recursion
    cache[3] = 1+1 = 2
    fib_memo(2): CACHE HIT → returns 1 instantly
  cache[4] = 2+1 = 3
  fib_memo(3): CACHE HIT → returns 2 instantly
cache[5] = 3+2 =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memoization works: the recursion tree, collapsed</a:t>
            </a:r>
          </a:p>
        </p:txBody>
      </p:sp>
      <p:pic>
        <p:nvPicPr>
          <p:cNvPr descr="figures/fib-tree-vs-mem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new cost: memoized Fibonacci is O(n)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the improvement for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>
                <a:latin typeface="Courier"/>
              </a:rPr>
              <a:t>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>
                <a:latin typeface="Courier"/>
              </a:rPr>
              <a:t>fib(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naive_time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</a:t>
            </a:r>
            <a:br/>
            <a:br/>
            <a:r>
              <a:rPr>
                <a:latin typeface="Courier"/>
              </a:rPr>
              <a:t>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>
                <a:latin typeface="Courier"/>
              </a:rPr>
              <a:t>fib_memo(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memo_time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f"naive: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naive_time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s   memoized: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memo_time</a:t>
            </a:r>
            <a:r>
              <a:rPr>
                <a:solidFill>
                  <a:srgbClr val="4070A0"/>
                </a:solidFill>
                <a:latin typeface="Courier"/>
              </a:rPr>
              <a:t>:.6f}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 conditions dynamic programming requires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proving the exponential blowup precisely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subtlety: memoization changes space cost too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Recognizing overlapping subproblems in the wild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count the calls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note on when memoization is not needed at all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Overlapping Subproblems: From Recursion to Memoization</dc:title>
  <dc:creator>Dr. Innocent Nyalala</dc:creator>
  <cp:keywords/>
  <dcterms:created xsi:type="dcterms:W3CDTF">2026-08-04T14:10:11Z</dcterms:created>
  <dcterms:modified xsi:type="dcterms:W3CDTF">2026-08-04T14:10:11Z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9, Lecture 1</vt:lpwstr>
  </property>
  <property fmtid="{D5CDD505-2E9C-101B-9397-08002B2CF9AE}" pid="10" name="toc-title">
    <vt:lpwstr>Table of contents</vt:lpwstr>
  </property>
</Properties>
</file>