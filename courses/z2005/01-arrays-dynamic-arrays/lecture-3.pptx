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Amortized Analysis: Proving Append is O(1)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tollbooth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apparent contradiction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accounting method: an analogy first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saved coins get spent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proof, step by step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does </a:t>
            </a:r>
            <a:r>
              <a:rPr i="1"/>
              <a:t>not</a:t>
            </a:r>
            <a:r>
              <a:rPr/>
              <a:t> say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the coin jar over 8 appends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proof,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Φ(array) = 2 · length − capacity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checking the two cases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the potential function over the same 5 appends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beyond the exam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the tollbooth, applied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the tollbooth, answer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exercise — a stack of function calls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amortized or worst-case?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Analysis: Proving Append is O(1)</dc:title>
  <dc:creator>Dr. Innocent Nyalala</dc:creator>
  <cp:keywords/>
  <dcterms:created xsi:type="dcterms:W3CDTF">2026-08-03T19:47:33Z</dcterms:created>
  <dcterms:modified xsi:type="dcterms:W3CDTF">2026-08-03T19:47:33Z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3</vt:lpwstr>
  </property>
  <property fmtid="{D5CDD505-2E9C-101B-9397-08002B2CF9AE}" pid="10" name="toc-title">
    <vt:lpwstr>Table of contents</vt:lpwstr>
  </property>
</Properties>
</file>