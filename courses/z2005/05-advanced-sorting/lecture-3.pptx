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a Sorting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6,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toolbox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complete comparison table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decision flowchart, built from the table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1: sorting exam scores (0-100) for 500 students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2: sorting 50 million log entries by timestamp, on a memory-constrained server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3: sorting a nearly-sorted list of 200 recently added items into an already-sorted list of 10,000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4: a general-purpose library function, </a:t>
            </a:r>
            <a:r>
              <a:rPr>
                <a:latin typeface="Courier"/>
              </a:rPr>
              <a:t>sort_anything(items)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Timsort actually 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hybrid design matters as a lesson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write your own sort — and when absolutely not to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adaptive sorts, formally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fifth scenario: sorting linked-list-based data (Week 4, revisited)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decision flowchart, drawn out</a:t>
            </a:r>
          </a:p>
        </p:txBody>
      </p:sp>
      <p:pic>
        <p:nvPicPr>
          <p:cNvPr descr="figures/sort-decision-flowchar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apply the flowchart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caution: measure before switching algorithms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a Sorting Algorithm</dc:title>
  <dc:creator>Dr. Innocent Nyalala</dc:creator>
  <cp:keywords/>
  <dcterms:created xsi:type="dcterms:W3CDTF">2026-08-04T07:02:21Z</dcterms:created>
  <dcterms:modified xsi:type="dcterms:W3CDTF">2026-08-04T07:02:21Z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6, Lecture 3</vt:lpwstr>
  </property>
  <property fmtid="{D5CDD505-2E9C-101B-9397-08002B2CF9AE}" pid="10" name="toc-title">
    <vt:lpwstr>Table of contents</vt:lpwstr>
  </property>
</Properties>
</file>