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Quicksort: Partition, Then Recurse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6,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pivot-and-partition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Partitioning: the Lomuto scheme,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partition(arr, low, high):</a:t>
            </a:r>
            <a:br/>
            <a:r>
              <a:rPr>
                <a:latin typeface="Courier"/>
              </a:rPr>
              <a:t>    pivot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arr[high]        </a:t>
            </a:r>
            <a:r>
              <a:rPr i="1">
                <a:solidFill>
                  <a:srgbClr val="60A0B0"/>
                </a:solidFill>
                <a:latin typeface="Courier"/>
              </a:rPr>
              <a:t># choose the LAST element as the pivot</a:t>
            </a:r>
            <a:br/>
            <a:r>
              <a:rPr>
                <a:latin typeface="Courier"/>
              </a:rPr>
              <a:t>    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low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boundary of the "smaller than pivot" region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(low, high):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arr[j]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pivot:</a:t>
            </a:r>
            <a:br/>
            <a:r>
              <a:rPr>
                <a:latin typeface="Courier"/>
              </a:rPr>
              <a:t>            i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    arr[i], arr[j]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arr[j], arr[i]</a:t>
            </a:r>
            <a:br/>
            <a:r>
              <a:rPr>
                <a:latin typeface="Courier"/>
              </a:rPr>
              <a:t>    arr[i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 arr[high]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arr[high], arr[i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</a:t>
            </a:r>
            <a:r>
              <a:rPr i="1">
                <a:solidFill>
                  <a:srgbClr val="60A0B0"/>
                </a:solidFill>
                <a:latin typeface="Courier"/>
              </a:rPr>
              <a:t># place pivot in its final spot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the pivot's final index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partition completely on </a:t>
            </a:r>
            <a:r>
              <a:rPr>
                <a:latin typeface="Courier"/>
              </a:rPr>
              <a:t>[8, 3, 5, 1, 9, 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pivot = arr[5] = 2.  i = -1
j=0: arr[0]=8, not &lt;2 → no change
j=1: arr[1]=3, not &lt;2 → no change
j=2: arr[2]=5, not &lt;2 → no change
j=3: arr[3]=1, IS &lt;2 → i=0, swap arr[0],arr[3] → [1,3,5,8,9,2]
j=4: arr[4]=9, not &lt;2 → no change
Final swap: arr[i+1]=arr[1], arr[high]=arr[5] → swap → [1,2,5,8,9,3]
Pivot 2 is now at index 1 — its correct final position. Return 1.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Quicksort itself,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quicksort(arr, low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high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high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high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low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high:</a:t>
            </a:r>
            <a:br/>
            <a:r>
              <a:rPr>
                <a:latin typeface="Courier"/>
              </a:rPr>
              <a:t>        pivot_index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partition(arr, low, high)</a:t>
            </a:r>
            <a:br/>
            <a:r>
              <a:rPr>
                <a:latin typeface="Courier"/>
              </a:rPr>
              <a:t>        quicksort(arr, low, pivot_index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recurse on the smaller region</a:t>
            </a:r>
            <a:br/>
            <a:r>
              <a:rPr>
                <a:latin typeface="Courier"/>
              </a:rPr>
              <a:t>        quicksort(arr, pivot_index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high)     </a:t>
            </a:r>
            <a:r>
              <a:rPr i="1">
                <a:solidFill>
                  <a:srgbClr val="60A0B0"/>
                </a:solidFill>
                <a:latin typeface="Courier"/>
              </a:rPr>
              <a:t># recurse on the larger region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quicksort’s full recursion on </a:t>
            </a:r>
            <a:r>
              <a:rPr>
                <a:latin typeface="Courier"/>
              </a:rPr>
              <a:t>[8, 3, 5, 1, 9, 2, 7, 4]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quicksort([8,3,5,1,9,2,7,4], 0, 7):  pivot=4. partition → [3,1,2,8,9,7,5,4]→ swap pivot to idx3
  → [3,1,2,4,9,7,5,8], pivot_index=3
  quicksort(low=0,high=2) on [3,1,2]:  pivot=2 → [1,2,3], pivot_index=1
    quicksort(0,0): base case
    quicksort(2,2): base case
  quicksort(low=4,high=7) on [9,7,5,8]: pivot=8 → [7,5,8,9], pivot_index=6... (continues recursively)
Final result: [1,2,3,4,5,7,8,9]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partition splitting around a placed pivot</a:t>
            </a:r>
          </a:p>
        </p:txBody>
      </p:sp>
      <p:pic>
        <p:nvPicPr>
          <p:cNvPr descr="figures/quicksort-parti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Average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Θ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when partitions are balanced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Θ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when partitions are maximally unbalanced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partition trace, with a middling pivot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Fixing the worst case: pivot selection strategies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Space cost: quicksort vs. merge sort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the recurrence for the worst case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quicksort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predict the outcome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quiz check — random pivot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answer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Quicksort: Partition, Then Recurse</dc:title>
  <dc:creator>Dr. Innocent Nyalala</dc:creator>
  <cp:keywords/>
  <dcterms:created xsi:type="dcterms:W3CDTF">2026-08-04T07:01:51Z</dcterms:created>
  <dcterms:modified xsi:type="dcterms:W3CDTF">2026-08-04T07:01:51Z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6, Lecture 2</vt:lpwstr>
  </property>
  <property fmtid="{D5CDD505-2E9C-101B-9397-08002B2CF9AE}" pid="10" name="toc-title">
    <vt:lpwstr>Table of contents</vt:lpwstr>
  </property>
</Properties>
</file>