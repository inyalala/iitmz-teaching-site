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Choosing a Structure: The Complete Picture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8, Lecture 4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complete toolbox, laid out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master comparison table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categories of problem, not one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Scenario 1: a spell-checker’s dictionary of 500,000 words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Scenario 2: an autocomplete feature showing suggestions in alphabetical order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Scenario 3: a job queue processing tasks by deadline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Scenario 4: a static list of 50 country codes, read constantly, never modified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Scenario 5: an undo history in a text editor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the whole course’s structures, mapped to categories</a:t>
            </a:r>
          </a:p>
        </p:txBody>
      </p:sp>
      <p:pic>
        <p:nvPicPr>
          <p:cNvPr descr="figures/structure-category-map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33500"/>
            <a:ext cx="8229600" cy="311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design review: spotting the category mistake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when to combine two structures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Quantifying the design review’s fix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course so far, as one continuous argument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categorize and choose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final worked check: applying the framework cold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Choosing a Structure: The Complete Picture</dc:title>
  <dc:creator>Dr. Innocent Nyalala</dc:creator>
  <cp:keywords/>
  <dcterms:created xsi:type="dcterms:W3CDTF">2026-08-04T08:31:39Z</dcterms:created>
  <dcterms:modified xsi:type="dcterms:W3CDTF">2026-08-04T08:31:39Z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8, Lecture 4</vt:lpwstr>
  </property>
  <property fmtid="{D5CDD505-2E9C-101B-9397-08002B2CF9AE}" pid="10" name="toc-title">
    <vt:lpwstr>Table of contents</vt:lpwstr>
  </property>
</Properties>
</file>