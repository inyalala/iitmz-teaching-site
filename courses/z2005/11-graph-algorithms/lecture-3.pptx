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Bellman-Ford: Correct Even With Negative Weights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Weeks 12-13,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rumor-spreading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Bellman-Ford’s core idea: relax every edge, repeatedly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bellman_ford(edges, start, n):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edges: list of (u, v, weight) tuples</a:t>
            </a:r>
            <a:br/>
            <a:r>
              <a:rPr>
                <a:latin typeface="Courier"/>
              </a:rPr>
              <a:t>    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exactly n-1 rounds — proven sufficient below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u, v,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edges: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dist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dist[u]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dist.get(v,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)):</a:t>
            </a:r>
            <a:br/>
            <a:r>
              <a:rPr>
                <a:latin typeface="Courier"/>
              </a:rPr>
              <a:t>                dist[v]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dist[u]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        </a:t>
            </a:r>
            <a:r>
              <a:rPr i="1">
                <a:solidFill>
                  <a:srgbClr val="60A0B0"/>
                </a:solidFill>
                <a:latin typeface="Courier"/>
              </a:rPr>
              <a:t># "relax" the edge — found a better path</a:t>
            </a:r>
            <a:br/>
            <a:r>
              <a:rPr>
                <a:latin typeface="Courier"/>
              </a:rPr>
              <a:t>                prev[v]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dist, prev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Bellman-Ford on Week 11’s negative-weight counterexample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Edges: (0,1,1), (0,2,4), (2,1,-10)   -- Week 11 Lecture 4's exact graph, n=3 nodes, 2 rounds
Round 1:
  edge(0,1,1): dist[0]=0, 0+1=1 &lt; inf → dist[1]=1
  edge(0,2,4): dist[0]=0, 0+4=4 &lt; inf → dist[2]=4
  edge(2,1,-10): dist[2]=4, 4+(-10)=-6 &lt; dist[1]=1 → dist[1]=-6   &lt;-- IMPROVED, unlike Dijkstra's
Round 2 (n-1=2 rounds total):
  edge(0,1,1): 0+1=1, NOT &lt; -6 → no change
  edge(0,2,4): 0+4=4, NOT &lt; 4 → no change
  edge(2,1,-10): 4+(-10)=-6, NOT &lt; -6 → no change (already optimal)
Final: dist={0:0, 1:-6, 2:4}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r>
                      <m:t>V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rounds suffice — proven, not assumed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Reconstructing the path, exactly Lecture 1’s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reconstruct_path(prev, target):</a:t>
            </a:r>
            <a:br/>
            <a:r>
              <a:rPr>
                <a:latin typeface="Courier"/>
              </a:rPr>
              <a:t>    path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target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path.append(node)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prev[node]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path[::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path_to_1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reconstruct_path(prev,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(path_to_1)   </a:t>
            </a:r>
            <a:r>
              <a:rPr i="1">
                <a:solidFill>
                  <a:srgbClr val="60A0B0"/>
                </a:solidFill>
                <a:latin typeface="Courier"/>
              </a:rPr>
              <a:t># [0, 2, 1] — same reconstruction technique as Dijkstra's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Detecting a negative-weight cycle: one more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has_negative_cycle(edges, dist):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u, v,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edges: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dist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dist[u]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dist.get(v,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improvement STILL possible after n-1 rounds — impossible without a negative cycle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a negative cycle, and why distance keeps shrinking</a:t>
            </a:r>
          </a:p>
        </p:txBody>
      </p:sp>
      <p:pic>
        <p:nvPicPr>
          <p:cNvPr descr="figures/negative-cycl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295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Cost: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V</m:t>
                    </m:r>
                    <m:r>
                      <m:t>E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and the genuine trade-off against Dijkstra’s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no priority queue is needed, structurally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negative-cycle detection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Cycle: edges (0,1,1), (1,2,1), (2,0,-3)   -- total cycle weight: 1+1+(-3) = -1, genuinely negative
After n-1=2 rounds (n=3 nodes): dist stabilizes to some values
Round 3 (the EXTRA check round): relax (2,0,-3): if dist[2]+(-3) &lt; dist[0], IMPROVEMENT FOUND
  → has_negative_cycle returns True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Bellman-Ford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how many rounds are needed?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a graph with no negative cycle, confirmed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Edges: (0,1,4), (0,2,1), (2,1,2), (1,3,1), (2,3,5)   -- Lecture 1's second worked example, n=4
3 rounds (n-1=3):
Round 1: dist[1]=4 (via 0,1), dist[2]=1 (via 0,2), then dist[1] improves to 1+2=3, dist[3]=1+5=6
Round 2: dist[3] improves to 3+1=4 (via node 1)
Round 3: no further changes
Extra round (cycle check): relax every edge again — NO improvement found → no negative cycle, confirmed
Final: dist={0:0, 1:3, 2:1, 3:4} — EXACTLY matches Lecture 1's Dijkstra's result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 on the decision between the two algorithms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 on early termination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Bellman-Ford: Correct Even With Negative Weights</dc:title>
  <dc:creator>Dr. Innocent Nyalala</dc:creator>
  <cp:keywords/>
  <dcterms:created xsi:type="dcterms:W3CDTF">2026-08-04T15:11:24Z</dcterms:created>
  <dcterms:modified xsi:type="dcterms:W3CDTF">2026-08-04T15:11:24Z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Weeks 12-13, Lecture 3</vt:lpwstr>
  </property>
  <property fmtid="{D5CDD505-2E9C-101B-9397-08002B2CF9AE}" pid="10" name="toc-title">
    <vt:lpwstr>Table of contents</vt:lpwstr>
  </property>
</Properties>
</file>