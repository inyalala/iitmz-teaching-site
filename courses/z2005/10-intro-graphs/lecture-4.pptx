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Graphs: Consolidation and What Comes Next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11,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city-map-with-tolls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Consolidating this week: representation, traversal, applications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breaks when edges have weights: a concrete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 with weights: edge(0,1,weight=10), edge(0,2,weight=1), edge(2,1,weight=1)
BFS from 0, treating every edge as weight 1 (ignoring actual weights):
  BFS explores by HOP COUNT: 0 → 1 directly (1 hop) is found "first"
  BFS reports: shortest path to 1 is [0,1], 1 hop
But the TRUE shortest path by total weight: 0 → 2 → 1, weight 1+1=2
                                              vs. 0 → 1 direct, weight 10
  True shortest path: 0 → 2 → 1, total weight 2 — NOT what BFS reported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the failure precisely, with real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dist(1) via true shortest-path computation (weight-aware): 2
dist(1) via BFS hop count:                                  1
BFS's reported "shortest" path (0→1 direct, 1 hop) has actual weight 10.
The genuinely shortest path (0→2→1, 2 hops) has actual weight 1+1=2.
BFS is wrong by a factor of 5 on this small example.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Previewing Dijkstra’s algorithm: the fix, at a glance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prior structure’s role in graph algorithms, mapped explicitly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BFS’s blind spot, drawn out</a:t>
            </a:r>
          </a:p>
        </p:txBody>
      </p:sp>
      <p:pic>
        <p:nvPicPr>
          <p:cNvPr descr="figures/bfs-weight-blindspo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306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worked mini case study: campus building navigation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map: which lecture proved which claim, this week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when even Dijkstra’s fails: negative weights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negative weights break the greedy assumption, traced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Graph: edge(0,1,weight=1), edge(0,2,weight=4), edge(2,1,weight=-10)
Dijkstra's greedy step: node 1 reached via 0→1 directly, distance 1 — FINALIZED first (smallest so far)
Next: node 2 finalized at distance 4
Edge from 2 to 1 (weight -10) is checked, but node 1 is ALREADY finalized — the algorithm skips it
Dijkstra's reported answer: dist(1) = 1
True shortest path: 0→2→1, weight 4+(-10) = -6, genuinely far less than 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negative weights genuinely appear in practice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will BFS get this one right?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quiz check — mixed weights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Graphs: Consolidation and What Comes Next</dc:title>
  <dc:creator>Dr. Innocent Nyalala</dc:creator>
  <cp:keywords/>
  <dcterms:created xsi:type="dcterms:W3CDTF">2026-08-04T14:51:45Z</dcterms:created>
  <dcterms:modified xsi:type="dcterms:W3CDTF">2026-08-04T14:51:45Z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11, Lecture 4</vt:lpwstr>
  </property>
  <property fmtid="{D5CDD505-2E9C-101B-9397-08002B2CF9AE}" pid="10" name="toc-title">
    <vt:lpwstr>Table of contents</vt:lpwstr>
  </property>
</Properties>
</file>