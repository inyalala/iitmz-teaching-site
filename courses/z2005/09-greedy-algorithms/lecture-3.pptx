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Minimum Spanning Trees: Greedy Meets Graphs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10,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minimum-cost-road-network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Graphs, edge weights, and spanning trees, defined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MST problem, stated precisely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Kruskal’s algorithm: the greedy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kruskal(n, edges):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edges: list of (weight, u, v) tuples</a:t>
            </a:r>
            <a:br/>
            <a:r>
              <a:rPr>
                <a:latin typeface="Courier"/>
              </a:rPr>
              <a:t>    edges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(edges)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sort by weight — Week 6's sorting</a:t>
            </a:r>
            <a:br/>
            <a:r>
              <a:rPr>
                <a:latin typeface="Courier"/>
              </a:rPr>
              <a:t>    parent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(n))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Union-Find: each node starts as its own group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find(x):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parent[x]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x:</a:t>
            </a:r>
            <a:br/>
            <a:r>
              <a:rPr>
                <a:latin typeface="Courier"/>
              </a:rPr>
              <a:t>    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parent[x]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</a:t>
            </a:r>
            <a:br/>
            <a:br/>
            <a:r>
              <a:rPr>
                <a:latin typeface="Courier"/>
              </a:rPr>
              <a:t>    mst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weight, u,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edges: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find(u)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find(v):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adding this edge would NOT create a cycle</a:t>
            </a:r>
            <a:br/>
            <a:r>
              <a:rPr>
                <a:latin typeface="Courier"/>
              </a:rPr>
              <a:t>            mst.append((u, v, weight))</a:t>
            </a:r>
            <a:br/>
            <a:r>
              <a:rPr>
                <a:latin typeface="Courier"/>
              </a:rPr>
              <a:t>            parent[find(u)]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find(v)          </a:t>
            </a:r>
            <a:r>
              <a:rPr i="1">
                <a:solidFill>
                  <a:srgbClr val="60A0B0"/>
                </a:solidFill>
                <a:latin typeface="Courier"/>
              </a:rPr>
              <a:t># merge the two groups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cycles specifically must be avoided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Cycle detection: why </a:t>
            </a:r>
            <a:r>
              <a:rPr>
                <a:latin typeface="Courier"/>
              </a:rPr>
              <a:t>find</a:t>
            </a:r>
            <a:r>
              <a:rPr/>
              <a:t> works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Kruskal’s algorithm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Nodes: 0,1,2,3. Edges (weight, u, v): (1,0,1),(2,1,2),(3,0,2),(4,2,3),(5,1,3)
Sorted: (1,0,1),(2,1,2),(3,0,2),(4,2,3),(5,1,3)
(1,0,1): find(0)=0, find(1)=1, different → ADD. Groups: {0,1},{2},{3}
(2,1,2): find(1)=0 (via merge), find(2)=2, different → ADD. Groups: {0,1,2},{3}
(3,0,2): find(0)=0, find(2)=0 (now same group!) → SKIP (would create a cycle)
(4,2,3): find(2)=0, find(3)=3, different → ADD. Groups: {0,1,2,3}
(5,1,3): all nodes already in one group → SKIP (only 4 nodes need 3 edges — done)
MST edges: (0,1,w1), (1,2,w2), (2,3,w4). Total weight: 1+2+4=7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</a:t>
            </a:r>
            <a:r>
              <a:rPr>
                <a:latin typeface="Courier"/>
              </a:rPr>
              <a:t>find</a:t>
            </a:r>
            <a:r>
              <a:rPr/>
              <a:t> with path-following,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Initial: parent = [0,1,2,3]   (every node its own representative)
After adding edge (0,1): parent[find(0)]=find(1) → parent[0]=1 → parent=[1,1,2,3]
After adding edge (1,2): parent[find(1)]=find(2) → find(1) walks: parent[1]=1, so find(1)=1
                          parent[1] = find(2) = 2 → parent=[1,2,2,3]
find(0) now: parent[0]=1, not self → x=1. parent[1]=2, not self → x=2. parent[2]=2, self → return 2
find(0) = 2, matching find(2) = 2 → correctly reports 0 and 2 are in the same group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graph, and the selected MST edges</a:t>
            </a:r>
          </a:p>
        </p:txBody>
      </p:sp>
      <p:pic>
        <p:nvPicPr>
          <p:cNvPr descr="figures/kruskal-ms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greedy works here: the cut property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Kruskal’s algorithm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minimum spanning trees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will this edge be added?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trace, with a tie-breaking scenario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note: Prim’s algorithm, a different route to the same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Trees: Greedy Meets Graphs</dc:title>
  <dc:creator>Dr. Innocent Nyalala</dc:creator>
  <cp:keywords/>
  <dcterms:created xsi:type="dcterms:W3CDTF">2026-08-04T14:29:22Z</dcterms:created>
  <dcterms:modified xsi:type="dcterms:W3CDTF">2026-08-04T14:29:22Z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10, Lecture 3</vt:lpwstr>
  </property>
  <property fmtid="{D5CDD505-2E9C-101B-9397-08002B2CF9AE}" pid="10" name="toc-title">
    <vt:lpwstr>Table of contents</vt:lpwstr>
  </property>
</Properties>
</file>