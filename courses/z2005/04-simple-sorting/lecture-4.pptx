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Comparison-Sort Lower Bound: Why O(n log n) Is the Floor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5,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20-questions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Modeling a sort as a decision tree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tree needs at least n! leaves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leaves to height: the height of a binary tree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Stirling’s approximation, applied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full proof, assembled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means for the algorithms covered so far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Connecting back: why Lecture 3’s algorithms don’t violate this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the n=3 case by hand, completely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a decision tree for n=3</a:t>
            </a:r>
          </a:p>
        </p:txBody>
      </p:sp>
      <p:pic>
        <p:nvPicPr>
          <p:cNvPr descr="figures/decision-tree-n3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8229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is the bound tight?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numeric check of Stirling’s approximation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proof style matters beyond sorting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apply the bound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quiz check — n=4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Comparison-Sort Lower Bound: Why O(n log n) Is the Floor</dc:title>
  <dc:creator>Dr. Innocent Nyalala</dc:creator>
  <cp:keywords/>
  <dcterms:created xsi:type="dcterms:W3CDTF">2026-08-04T06:49:56Z</dcterms:created>
  <dcterms:modified xsi:type="dcterms:W3CDTF">2026-08-04T06:49:56Z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5, Lecture 4</vt:lpwstr>
  </property>
  <property fmtid="{D5CDD505-2E9C-101B-9397-08002B2CF9AE}" pid="10" name="toc-title">
    <vt:lpwstr>Table of contents</vt:lpwstr>
  </property>
</Properties>
</file>